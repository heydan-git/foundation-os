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 ·  METHODO  · 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3152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 OS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Comprendre Claude Code et collaborer avec lui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 vivante. </a:t>
            </a:r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 compréhension de comment travailler avec Claude Code, extraite du coeur de Foundation OS. À affiner au fil de l'eau.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Kevin Noel  — 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PITCH EN UNE PHRASE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Qu'est-ce que Foundation OS 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698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OS de travail personnel piloté par l'IA,
</a:t>
            </a:r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co-construit 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avec Claude Code — pas </a:t>
            </a:r>
            <a:pPr indent="0" marL="0">
              <a:buNone/>
            </a:pPr>
            <a:r>
              <a:rPr lang="en-US" sz="24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exploité 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 lui.
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Trois modules prévus : </a:t>
            </a:r>
            <a:pPr indent="0" marL="0">
              <a:buNone/>
            </a:pPr>
            <a:r>
              <a:rPr lang="en-US" sz="2400" b="1" dirty="0">
                <a:solidFill>
                  <a:srgbClr val="6A9B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 Builder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(actif), </a:t>
            </a:r>
            <a:pPr indent="0" marL="0">
              <a:buNone/>
            </a:pPr>
            <a:r>
              <a:rPr lang="en-US" sz="2400" b="1" dirty="0">
                <a:solidFill>
                  <a:srgbClr val="788C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Finance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Santé</a:t>
            </a:r>
            <a:pPr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Une méthode avant d'être un produit.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 / 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problème que ça résout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hallucine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Il invente des URLs, des commandes, des métriques. Sans garde-fou il sonne confiant et se trompe.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mémoire se perd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Entre sessions, Claude oublie tout. Sans protocole, on répète les mêmes erreurs en boucle.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L'auto-complaisance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Claude a tendance à dire 'c'est fait' sans vérifier. Et à flatter plutôt qu'à corriger.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640080" cy="64008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compactage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Conversations longues = perte de contexte. Sans découpage en phases, tout s'effondre.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3 / 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PHILOSOPHIE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Coopération, pas exploitation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"Début de ma coopération avec toi </a:t>
            </a:r>
            <a:pPr indent="0" marL="0">
              <a:buNone/>
            </a:pPr>
            <a:r>
              <a:rPr lang="en-US" sz="2200" b="1" i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plutôt que ton exploitation</a:t>
            </a:r>
            <a:pPr indent="0" marL="0">
              <a:buNone/>
            </a:pPr>
            <a:r>
              <a:rPr lang="en-US" sz="2200" i="1" dirty="0">
                <a:solidFill>
                  <a:srgbClr val="E8E6D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651760" cy="2377440"/>
          </a:xfrm>
          <a:prstGeom prst="rect">
            <a:avLst/>
          </a:prstGeom>
          <a:solidFill>
            <a:srgbClr val="1F1E1D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657600"/>
            <a:ext cx="265176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Coopération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Claude réfléchit avec moi,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 fait pas aveuglément.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3657600"/>
            <a:ext cx="2651760" cy="2377440"/>
          </a:xfrm>
          <a:prstGeom prst="rect">
            <a:avLst/>
          </a:prstGeom>
          <a:solidFill>
            <a:srgbClr val="1F1E1D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3657600"/>
            <a:ext cx="2651760" cy="73152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Traçabilité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Toute décision dans 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journal ou un ADR.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2651760" cy="2377440"/>
          </a:xfrm>
          <a:prstGeom prst="rect">
            <a:avLst/>
          </a:prstGeom>
          <a:solidFill>
            <a:srgbClr val="1F1E1D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657600"/>
            <a:ext cx="2651760" cy="73152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évolutif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Rien n'est gravé.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Tout peut être questionné.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3657600"/>
            <a:ext cx="2651760" cy="2377440"/>
          </a:xfrm>
          <a:prstGeom prst="rect">
            <a:avLst/>
          </a:prstGeom>
          <a:solidFill>
            <a:srgbClr val="1F1E1D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3657600"/>
            <a:ext cx="2651760" cy="73152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Garde-fous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6404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cas de doute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poser avant d'agir.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4 / 28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IMPERATIFS NON-NEGOCIABLES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règles qui gouvernent Claude (1/2)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 jamais mentir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 d'invention de données, URLs, citations, métriques.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 "je ne sais pas"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 incertain → le dire. Pas de bluff, pas d'approximation déguisée.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1188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Vérifier avant d'affirmer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 de 'TERMINÉ' sans build + test réellement exécutés.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1188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 explicite avant cloture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Jamais de tâche Asana complétée sans validation Kevin.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0292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2920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ou rien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577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Vérifier le répertoire courant avant toute opération fichier.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50292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02920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avant exécution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5577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 Kevin avant tout changement non-trivial.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5 / 28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IMPERATIFS NON-NEGOCIABLES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règles qui gouvernent Claude (2/2)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Sauvegarde avant compactage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Avant perte de contexte → sauver l'état. Après → re-vérifier.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Découper en phases courtes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Jamais de monolithe, même pour 'du simple'. Anti-compactage.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1188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Cause racine d'abord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Identifier la source avant de fixer. Pas de patch symptomatique.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1188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Actions pragmatiques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 'je ne peux pas X' plutôt que faire semblant.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0292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29200"/>
            <a:ext cx="73152" cy="1234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Sub-agents avec prudence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577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Uniquement sur zones isolées. Tout jugement de mémoire → MOI direct.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6 / 28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ANTI-BULLSHIT GATES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Mots interdits et preuves obligatoires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Mots interdits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révolution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historique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référence mondiale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premier au monde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$XB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accomplish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achieve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world-first</a:t>
            </a:r>
            <a:endParaRPr lang="en-US" sz="1500" dirty="0"/>
          </a:p>
          <a:p>
            <a:pPr indent="0" marL="0">
              <a:buNone/>
            </a:pPr>
            <a:r>
              <a:rPr lang="en-US" sz="1500" strike="sngStrike" dirty="0">
                <a:solidFill>
                  <a:srgbClr val="9999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revolutionary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73152" cy="393192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Preuves obligatoires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exécuté + output montré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lancé + sortie vérifiée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Chaque métrique = une commande de vérif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 de 'TERMINE' sans preuve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 flag : plus de MD que de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7 / 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TOKEN-AWARENESS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 utiliser un sub-agent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Économiser le contexte est une compétence. Voici la matrice.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106984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AF9F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Situation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AF9F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&lt; 3 fichiers, 1 domaine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Direct (pas d'agent)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3+ fichiers ou 2+ domaines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Agent(s)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Recherche exploratoire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Agent Explore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Max agents parallèles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3 (projet solo)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Build / tests longs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run_in_background</a:t>
                      </a:r>
                      <a:endParaRPr lang="en-US" sz="14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8 / 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sur quoi Foundation OS tourne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ultra-rapide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7744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déclaratif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37744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TypeScript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9536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Sécurité de typage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9768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Tailwind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058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Utility-first CSS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429768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429768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Supabase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0060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Postgres + Auth + Storage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429768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4297680"/>
            <a:ext cx="73152" cy="16916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9536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auto-continu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9 / 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de Foundation 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1463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Builder  ·  Finance (prévu)  ·  Santé (prévu)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Chaque module = dossier isolé dans modules/ avec sa propre stack.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931920"/>
            <a:ext cx="73152" cy="146304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  ·  4 PILIERS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Cortex  ·  Memory  ·  Monitor  ·  Tools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Routing des tâches, mémoire inter-session, health-check, automation scripts.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57784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577840"/>
            <a:ext cx="73152" cy="100584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961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agents  ·  4 commands  ·  2 hooks  ·  CI/CD  ·  CLAUDE.md + CONTEXT.md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10 / 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Trois verticales, une fondation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393192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PRODUCTION-READY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Builder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05840" y="3657600"/>
            <a:ext cx="914400" cy="27432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 routes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 tests Vitest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862 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Vercel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37744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377440"/>
            <a:ext cx="73152" cy="39319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800600" y="3657600"/>
            <a:ext cx="914400" cy="27432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8862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perso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Import banques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Catégorisation 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Ventilation budget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37744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377440"/>
            <a:ext cx="73152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Santé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595360" y="3657600"/>
            <a:ext cx="914400" cy="274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8862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Tracking HRV/sommeil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Coord spécialistes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 synthèse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Suivi longitudinal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11 / 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4 piliers qui orchestrent Claude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Cortex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Route chaque tâche vers le bon agent selon les mots-clés détectés.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286000"/>
            <a:ext cx="73152" cy="187452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tiers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7512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Session → Contexte → Référence → Auto-memory. Une info vit dans UN tier.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389120"/>
            <a:ext cx="73152" cy="18745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Health-check.sh : 12 indicators. Verdict SAIN / DEGRADED / BROKEN.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89120"/>
            <a:ext cx="73152" cy="1874520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7512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Scripts bash/node idempotents, hooks git, CI GitHub Actions.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12 / 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  ·  CORTEX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Router les tâches vers le bon agent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69848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9F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Signal dans la tâche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9F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architecture, stack, schéma, ADR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os-architect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code, composant, Supabase, build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dev-agent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documente, trace, CONTEXT.md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doc-agent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vérifie, audit, régression, deploy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review-agent</a:t>
                      </a:r>
                      <a:endParaRPr lang="en-US" sz="13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2064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5120640"/>
            <a:ext cx="73152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Règles de priorité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Match explicite → déléguer  ·  Ambiguïté → demander à Kevin  ·  Multi-agent → séquentiel  ·  Trivial → direct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13 / 28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  · 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Quatre tiers, jamais de duplication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3840480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651760"/>
            <a:ext cx="640080" cy="64008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Volatile, mis à jour auto.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2377440"/>
            <a:ext cx="73152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651760"/>
            <a:ext cx="640080" cy="6400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CONTEXT.md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45262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de vérité projet, mise à jour à chaque /session-end.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3774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377440"/>
            <a:ext cx="73152" cy="38404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651760"/>
            <a:ext cx="640080" cy="64008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Référence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9B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docs/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Specs, ADR, plans. Mis à jour quand un fondamental change.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23774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35440" y="2377440"/>
            <a:ext cx="73152" cy="3840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0" y="2651760"/>
            <a:ext cx="640080" cy="64008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41832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Auto-memory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183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8C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Claude natif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0" y="45262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Mémoire persistante Claude, mise à jour automatique.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A9B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Règle d'or : une info ne vit que dans UN tier.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14 / 28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  ·  MONITOR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check automatisé, 3 verdicts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27432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 critical, 0 warning.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Tout passe, on peut commit.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77440"/>
            <a:ext cx="73152" cy="2743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DEGRADED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 critical, 1+ warning.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À surveiller mais non-bloquant.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377440"/>
            <a:ext cx="73152" cy="2743200"/>
          </a:xfrm>
          <a:prstGeom prst="rect">
            <a:avLst/>
          </a:prstGeom>
          <a:solidFill>
            <a:srgbClr val="C83C37"/>
          </a:solidFill>
          <a:ln w="12700">
            <a:solidFill>
              <a:srgbClr val="C83C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C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95360" y="3657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1+ critical.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Stop, fix avant de continuer.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8640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486400"/>
            <a:ext cx="73152" cy="100584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Commandes clés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scripts/health-check.sh  ·  déclenché par pre-commit et /session-end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15 / 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OS  · 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 : scripts, hooks, CI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73152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health-check.sh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sync-check.sh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ref-checker.sh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module-scaffold.sh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77440"/>
            <a:ext cx="73152" cy="38404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Hooks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3832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validate-void-glass (PreToolUse)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security-reminder (PreToolUse)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pre-commit (git)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commit-msg (git)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377440"/>
            <a:ext cx="73152" cy="3840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33832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: build + TS + tests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ping cron hebdo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auto-deploy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Conventional commits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16 / 28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 CLAUDE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Quatre spécialistes, un protocole commun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1600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os-architect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Architecture, ADR, stack, schémas, structure. Ne code pas, décide.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73152" cy="16002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/ TypeScript / Supabase / Void Glass. Construit.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14800"/>
            <a:ext cx="73152" cy="16002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doc-agent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Documentation, CONTEXT.md, traces, journal. Écrit.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11480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4114800"/>
            <a:ext cx="73152" cy="1600200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review-agent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Cohérence, audit, zéro régression, pre-deploy. Vérifie.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Protocole uniforme : entrée (CONTEXT.md + scope) → exécution → sortie (rapport court).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17 / 28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COMMANDS CLAUDE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rituels de session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/session-start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24231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Lit CONTEXT.md → vérifie structure → build les modules actifs → annonce l'état.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9184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/session-end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4290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Liste les changes → cohérence → build → update CONTEXT.md → propose un commit.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29768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/new-project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44348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Scaffold un nouveau module/[nom]/ et l'ajoute dans CONTEXT.md.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30352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/sync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54406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Cohérence globale : structure, refs, CONTEXT.md vs filesystem, Void Glass, MD pairs.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18 / 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 ·  /session-start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rituel d'ouverture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822960" cy="8229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Lire CONTEXT.md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Extraire : modules, dernière session, prochaine action, décisions.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822960" cy="8229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structure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Racine = 3 fichiers max. Dossiers attendus. Pas d'orphelins.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822960" cy="8229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343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des modules actifs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Vérifier que tout démarre avant de toucher quoi que ce soit.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822960" cy="8229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03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5349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Annoncer l'état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760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Format court : modules, verdict, prochaine action suggérée.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19 / 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 ·  /session-end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rituel de clôture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685800" cy="6858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Lister les changes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 qui a été créé, modifié, supprimé depuis /session-start.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35808"/>
            <a:ext cx="685800" cy="6858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35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cohérence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401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Refs à jour, CONTEXT.md aligné avec filesystem, Void Glass 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77056"/>
            <a:ext cx="685800" cy="6858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77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38770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+ tests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2428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Health-check.sh obligatoire. Pas de 'DONE' sans preuve.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685800" cy="6858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183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7183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CONTEXT.md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50840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Ajouter session en tête, max 5 sessions, prochaine action.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559552"/>
            <a:ext cx="685800" cy="6858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59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37360" y="5559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Proposer un commit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5925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Conventional commits. Validation Kevin avant push.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20 / 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GARDE-FOUS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Règles fichiers (non-négociables)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41148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Seuls CLAUDE.md, CONTEXT.md, README.md, .gitignore à la racine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Jamais de fichier sans demande explicite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Une info = un seul endroit (anti-duplication)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Fichier déplacé → update toutes les refs (grep + fix)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73152" cy="4114800"/>
          </a:xfrm>
          <a:prstGeom prst="rect">
            <a:avLst/>
          </a:prstGeom>
          <a:solidFill>
            <a:srgbClr val="C83C37"/>
          </a:solidFill>
          <a:ln w="12700">
            <a:solidFill>
              <a:srgbClr val="C83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3C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EVITER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Créer un fichier qui documente un autre fichier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Dupliquer une info déjà dans CONTEXT.md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Laisser une référence cassée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Ajouter une feature non demandée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21 / 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CONVENTIONS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Void Glass + code + commits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393192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SYSTEM  ·  VOID GLASS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solidFill>
            <a:srgbClr val="06070C"/>
          </a:solidFill>
          <a:ln w="12700">
            <a:solidFill>
              <a:srgbClr val="0607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#06070C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Fond obligatoire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Figtree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body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Mono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 et données techniques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3C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Interdit : #0A0A0B, Outfit, Inter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286000"/>
            <a:ext cx="73152" cy="393192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 ·  COMMITS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TSX &lt; 700 lignes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Au-delà, découper.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Conventional commits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type(scope): description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'achieve', 'revolutionary'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Factuel uniquement.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BMAD dans _bmad/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Underscore obligatoire.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22 / 28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MOI  vs  SUB-AGENTS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 déléguer, quand rester aux commandes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4114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MOI  (strict)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Tout jugement qui exige ma mémoire des sessions et décisions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Architecture, routing, cohérence globale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Audits qui croisent plusieurs fichiers avec contexte historique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 qui demande de connaître le 'pourquoi' d'une décision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73152" cy="41148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SUB-AGENTS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Zones isolées sans dépendance historique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Faits observables (inventaire, grep, lint)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Recherche exploratoire sur corpus large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Findings à re-vérifier avec contexte global ensuite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23 / 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ETAT DU PROJET  ·  2026-04-08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Cycle 3 — Audit massif en cours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sessions sur 24 — S5 en cours de clôture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0604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S0 Pre-flight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S1 Carto repo (100 fichiers / 11 567L)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1188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S2 Inventaire components (1554L)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0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11480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S3 Fondations Core OS (4 piliers REELS)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1772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S4 Architecture orga (11 findings / 2 P2)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20640"/>
            <a:ext cx="73152" cy="41148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20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S5 Workflows + routing Cortex (16 findings)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0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5623560"/>
            <a:ext cx="73152" cy="411480"/>
          </a:xfrm>
          <a:prstGeom prst="rect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6235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S6 → S23 Skills, hooks, deploy, ...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24 / 28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LEARNINGS METABOLIQUES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détectés en vivant avec Claude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Runtime &gt;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 qui est dans le code (frontmatters, scripts) fait foi à l'exécution, pas ce qui est écrit dans les MD. On aligne les docs sur le code, pas l'inverse.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9184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Routing = filtre gracieux, pas classifieur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Cortex a ~50 % de couverture nominale. Les 50 % restants = 'demander à Kevin' ou traiter direct. C'est OK.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29768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89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Sub-agent sans contexte = findings à re-vérifier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6817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sub-agent qui détecte un 'orphelin' peut se tromper parce qu'il ne voit pas les 12 refs ailleurs. Re-check obligatoire.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303520"/>
            <a:ext cx="73152" cy="868680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pattern backticks-sur-paths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6875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fois en 3 sessions j'ai utilisé des backticks autour de paths fictifs pour les cacher du ref-checker. Le réflexe n'est pas acquis → mitigation hook pre-Edit.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25 / 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qui reste à construire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Cycle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377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massif S6 → S23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697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Hooks, skills, CI/CD, deploy, sécurité, perf, bundle, DB, etc.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73152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383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Expansion modules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Choix : Finance ou Santé ou Trading. Post-Cycle 3 merge G3.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97680"/>
            <a:ext cx="73152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S20-S22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389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Fixes hookiques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7091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Hook pre-Edit anti-backticks, hardcodes modules/app, seuil build.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303520"/>
            <a:ext cx="73152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94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5394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Affinement 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3200" y="5715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CLAUDE.md → index.md, decisions-log purge, Monitor thresholds.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26 / 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SYNTHESE ACTIONNABLE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 collaborer avec Claude en pratique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Commencer par /session-start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Toujours. Pas d'exception. État partagé avant 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2860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9808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Exiger un plan avant du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Claude propose, Kevin valide, Claude exécute.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576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Découper en phases courtes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160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Anti-compactage. Jamais un monolithe de 2 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6576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Demander 'montre-moi la commande'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160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Chaque métrique doit être reproductible.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0292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292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212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2880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Finir par /session-end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CONTEXT.md à jour = base saine pour la prochaine.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50292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029200"/>
            <a:ext cx="73152" cy="1188720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5212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Challenger les 'TERMINE'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Demander le build, le test, le diff. Toujours.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 OS  ·  27 / 28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Kevin Noel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VIVANTE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3152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document est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début, pas une fin.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Chaque session de travail avec Claude enrichit ma compréhension. </a:t>
            </a:r>
            <a:pPr indent="0" marL="0">
              <a:buNone/>
            </a:pPr>
            <a:r>
              <a:rPr lang="en-US" sz="1600" b="1" i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Cette présentation devra évoluer </a:t>
            </a:r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 fil des learnings métaboliques, des findings d'audit, et des décisions qu'on prendra ensemble.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Kevin Noel  ·  Foundation OS  ·  v0.1  ·  2026-04-08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OS — Comprendre et collaborer avec Claude</dc:title>
  <dc:subject>PptxGenJS Presentation</dc:subject>
  <dc:creator>Kevin Noel</dc:creator>
  <cp:lastModifiedBy>Kevin Noel</cp:lastModifiedBy>
  <cp:revision>1</cp:revision>
  <dcterms:created xsi:type="dcterms:W3CDTF">2026-04-08T13:23:04Z</dcterms:created>
  <dcterms:modified xsi:type="dcterms:W3CDTF">2026-04-08T13:23:04Z</dcterms:modified>
</cp:coreProperties>
</file>